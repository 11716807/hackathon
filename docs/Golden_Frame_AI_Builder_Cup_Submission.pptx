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sz="2100">
                <a:solidFill>
                  <a:srgbClr val="5B21B6"/>
                </a:solidFill>
                <a:latin typeface="Arial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/>
          <a:p>
            <a:pPr>
              <a:spcAft>
                <a:spcPts val="400"/>
              </a:spcAft>
            </a:pPr>
            <a:r>
              <a:rPr b="0" sz="1400">
                <a:solidFill>
                  <a:srgbClr val="160B24"/>
                </a:solidFill>
                <a:latin typeface="Arial"/>
              </a:rPr>
              <a:t>Team name: Golden Frame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160B24"/>
                </a:solidFill>
                <a:latin typeface="Arial"/>
              </a:rPr>
              <a:t>Team leader name: Rahul Duggal</a:t>
            </a:r>
          </a:p>
          <a:p>
            <a:pPr>
              <a:spcAft>
                <a:spcPts val="400"/>
              </a:spcAft>
            </a:pPr>
            <a:r>
              <a:rPr b="0" sz="1200">
                <a:solidFill>
                  <a:srgbClr val="3A2C52"/>
                </a:solidFill>
                <a:latin typeface="Arial"/>
              </a:rPr>
              <a:t>Theme: Manufacturing — Intelligent Operations &amp; Industrial Efficiency</a:t>
            </a:r>
          </a:p>
          <a:p>
            <a:pPr>
              <a:spcAft>
                <a:spcPts val="400"/>
              </a:spcAft>
            </a:pPr>
            <a:r>
              <a:rPr b="0" sz="1100">
                <a:solidFill>
                  <a:srgbClr val="3A2C52"/>
                </a:solidFill>
                <a:latin typeface="Arial"/>
              </a:rPr>
              <a:t>Problem Statement: After a product change, a factory line can look ready when it is not. Wrong labels, open safety covers, leftover material, or a bad first sample often slip past a rushed visual check. Golden Frame is a phone changeover gate: operators photograph today’s setup, Google AI compares it to the last good run, rules decide HOLD or CLEAR, and a human still taps the final gate. The model never starts the machine.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5350" y="11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Golden Frame is a phone-first start check for factories.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Before a line starts a new job, the operator takes five photos of the setup (nest/fixture, label, safety cover, material bin, first finished sample).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Those photos are compared to the last good run (“golden” photos).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Gemini judges look-alike / flags. Document AI reads the printed product code on the label.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A risk table decides HOLD (don’t start) or CLEAR (okay to run). A person still logs the gate.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Demo lines: Line 3 Packaging (A-17) and Cell 2 Electronics (BRD-440).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One-liner: Don’t start until today’s setup looks like the last good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B21B6"/>
                </a:solidFill>
                <a:latin typeface="Arial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65350" y="17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300" b="1">
                <a:solidFill>
                  <a:srgbClr val="5B21B6"/>
                </a:solidFill>
                <a:latin typeface="Arial"/>
              </a:rPr>
              <a:t>How different is it from existing ideas?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Not a chatbot. Not mid-run defect cameras. Not another ERP/MES screen.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Plants already use SAP/ERP, MES, PLC/HMI, Cognex/Keyence vision, label printers — those run the machine or catch defects while product moves.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They still don’t prove, with photos, that today’s physical setup matches the last good run before start.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300" b="1">
                <a:solidFill>
                  <a:srgbClr val="5B21B6"/>
                </a:solidFill>
                <a:latin typeface="Arial"/>
              </a:rPr>
              <a:t>How will it solve the problem?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Forces a short phone check at the dangerous moment: after setup, before first unit.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Wrong label / open cover / leftover material → HOLD with must-fix + cost of waiting vs escape.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Fix → recheck → CLEAR. Audit stored for the shift.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300" b="1">
                <a:solidFill>
                  <a:srgbClr val="5B21B6"/>
                </a:solidFill>
                <a:latin typeface="Arial"/>
              </a:rPr>
              <a:t>USP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Vision + OCR + rules + human gate on Google Cloud, phone-first, works across packaging and electronics with the same five-slot pattern.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65350" y="11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Phone capture of five named frames per line (teach goldens + daily check)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Live Gemini vision compare against golden album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Document AI OCR on the label frame for product code (SKU)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Deterministic risk table: must-fix / warn / retake → HOLD or CLEAR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Human gate logging (operator / supervisor override with reason)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Shift history / audit trail (Firestore)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Cloud Storage for golden + capture evidence (private media via API)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Multi-line support: packaging + electronics (+ custom lines)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EN / HI language toggle for operators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Practice engine for rehearsal without live model calls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Deployed on Cloud Run (scale-to-zero) with health checks for each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65350" y="10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Operator path: Teach goldens → Start check → Shoot 5 frames → Inspect → HOLD/CLEAR → Human logs → History.</a:t>
            </a:r>
          </a:p>
        </p:txBody>
      </p:sp>
      <p:pic>
        <p:nvPicPr>
          <p:cNvPr id="97" name="Picture 96" descr="golden-frame-process-flo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00" y="1450000"/>
            <a:ext cx="8300000" cy="4668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65350" y="10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Phone → Cloud Run (Next.js) → Storage + Firestore + Gemini + Document AI → Rules → Human gate.</a:t>
            </a:r>
          </a:p>
        </p:txBody>
      </p:sp>
      <p:pic>
        <p:nvPicPr>
          <p:cNvPr id="113" name="Picture 112" descr="golden-frame-architectu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00" y="1450000"/>
            <a:ext cx="8300000" cy="466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65350" y="11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300" b="1">
                <a:solidFill>
                  <a:srgbClr val="5B21B6"/>
                </a:solidFill>
                <a:latin typeface="Arial"/>
              </a:rPr>
              <a:t>Google Cloud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Cloud Run — hosts the Next.js app + inspect APIs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Cloud Storage — golden album + today’s capture evidence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Firestore — lines, golden metadata, HOLD/CLEAR audit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Gemini (gemini-3.8-flash) — multimodal vision / flags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Document AI (OCR processor) — label product-code text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Cloud Build / Artifact Registry — container build &amp; deploy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300" b="1">
                <a:solidFill>
                  <a:srgbClr val="5B21B6"/>
                </a:solidFill>
                <a:latin typeface="Arial"/>
              </a:rPr>
              <a:t>App stack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Next.js (App Router) + TypeScript + React (phone-first UI)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Risk rules + gate engine in TypeScript (rules beat model prose)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Vitest unit tests for SKU matching, rules, gate, inspection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65350" y="1100000"/>
            <a:ext cx="86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5B21B6"/>
                </a:solidFill>
                <a:latin typeface="Arial"/>
              </a:rPr>
              <a:t>One-time implementation (this prototype)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60B24"/>
                </a:solidFill>
                <a:latin typeface="Arial"/>
              </a:rPr>
              <a:t>• Build effort: ~2–3 person-weeks for a working Cloud Run MVP (UI + inspect + rules + deploy)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60B24"/>
                </a:solidFill>
                <a:latin typeface="Arial"/>
              </a:rPr>
              <a:t>• Hackathon build cost: essentially $0 cash beyond team time (uses GCP free tiers / prepaid AI credits)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60B24"/>
                </a:solidFill>
                <a:latin typeface="Arial"/>
              </a:rPr>
              <a:t>• No special hardware — operators use existing phones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5B21B6"/>
                </a:solidFill>
                <a:latin typeface="Arial"/>
              </a:rPr>
              <a:t>Monthly cloud cost (pay-as-you-go estimates)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60B24"/>
                </a:solidFill>
                <a:latin typeface="Arial"/>
              </a:rPr>
              <a:t>• Demo / Cup (idle most of the month, &lt;200 inspects): ~$5–25 / month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A2C52"/>
                </a:solidFill>
                <a:latin typeface="Arial"/>
              </a:rPr>
              <a:t>  – Cloud Run scale-to-zero + Firestore/Storage free tiers usually cover hosting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A2C52"/>
                </a:solidFill>
                <a:latin typeface="Arial"/>
              </a:rPr>
              <a:t>  – Main variable: Gemini vision (~few cents–$1 per inspect depending on photos/tokens) + Document AI OCR (~$1.50 / 1,000 pages after 1,000 free)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60B24"/>
                </a:solidFill>
                <a:latin typeface="Arial"/>
              </a:rPr>
              <a:t>• Small plant pilot (1–2 lines, ~50 checks/day ≈ 1,500/month): ~$80–250 / month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60B24"/>
                </a:solidFill>
                <a:latin typeface="Arial"/>
              </a:rPr>
              <a:t>• Multi-line plant (10 lines, ~300 checks/day): ~$400–1,200 / month (mostly Gemini volume)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5B21B6"/>
                </a:solidFill>
                <a:latin typeface="Arial"/>
              </a:rPr>
              <a:t>Why this is cheap vs the problem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60B24"/>
                </a:solidFill>
                <a:latin typeface="Arial"/>
              </a:rPr>
              <a:t>• Avoided cost of one bad start / recall can be tens of thousands to millions — far above monthly AI spend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60B24"/>
                </a:solidFill>
                <a:latin typeface="Arial"/>
              </a:rPr>
              <a:t>• App already shows HOLD cost vs escape cost so plants can justify the pause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65350" y="10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A2C52"/>
                </a:solidFill>
                <a:latin typeface="Arial"/>
              </a:rPr>
              <a:t>Live prototype screens (phone layout). More in the 3-minute demo video.</a:t>
            </a:r>
          </a:p>
        </p:txBody>
      </p:sp>
      <p:pic>
        <p:nvPicPr>
          <p:cNvPr id="137" name="Picture 136" descr="gf-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00" y="1400000"/>
            <a:ext cx="6347684" cy="3200000"/>
          </a:xfrm>
          <a:prstGeom prst="rect">
            <a:avLst/>
          </a:prstGeom>
        </p:spPr>
      </p:pic>
      <p:pic>
        <p:nvPicPr>
          <p:cNvPr id="138" name="Picture 137" descr="gf-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00" y="1400000"/>
            <a:ext cx="6347684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65350" y="11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Automated tests: 46 Vitest tests covering SKU/OCR matching, risk table, HOLD/CLEAR gate, inspection path, Document AI helpers, catalog (2 industries × 5 slots), i18n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Live Cloud Run health: gemini / firestore / storage / documentai all ok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End-to-end demo path proven: wrong label or open cover → HOLD; fix → CLEAR; audit logged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Document AI overrides label text when available; Gemini OCR is fallback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Human-in-the-loop: model never starts equipment — gate tap is required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Dual industry portability: same engine for Packaging (A-17) and Electronics (BRD-440)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65350" y="1150000"/>
            <a:ext cx="8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Optional plant login / role auth (Identity Platform) for multi-shift plants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Vertex AI Gemini path for enterprise VPC controls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Supervisor dashboard (BigQuery exports of HOLD rates by line/SKU)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Offline-tolerant capture queue + sync when Wi‑Fi returns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Deeper SOP attach per frame (PDF manuals via RAG for “how to fix”)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60B24"/>
                </a:solidFill>
                <a:latin typeface="Arial"/>
              </a:rPr>
              <a:t>• Integration hooks to MES/ERP work-order SKU so product code is pulled, not typed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2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b="1" sz="1600">
                <a:solidFill>
                  <a:srgbClr val="5B21B6"/>
                </a:solidFill>
                <a:latin typeface="Arial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r>
              <a:rPr sz="600"/>
              <a:t> 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5B21B6"/>
                </a:solidFill>
                <a:latin typeface="Arial"/>
              </a:rPr>
              <a:t>GitHub Public Repository</a:t>
            </a:r>
          </a:p>
          <a:p>
            <a:pPr>
              <a:spcAft>
                <a:spcPts val="200"/>
              </a:spcAft>
            </a:pPr>
            <a:r>
              <a:rPr b="0" sz="1200">
                <a:solidFill>
                  <a:srgbClr val="160B24"/>
                </a:solidFill>
                <a:latin typeface="Arial"/>
              </a:rPr>
              <a:t>https://github.com/11716807/hackathon</a:t>
            </a:r>
          </a:p>
          <a:p>
            <a:r>
              <a:rPr sz="600"/>
              <a:t> 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5B21B6"/>
                </a:solidFill>
                <a:latin typeface="Arial"/>
              </a:rPr>
              <a:t>Demo Video Link (3 Minutes)</a:t>
            </a:r>
          </a:p>
          <a:p>
            <a:pPr>
              <a:spcAft>
                <a:spcPts val="200"/>
              </a:spcAft>
            </a:pPr>
            <a:r>
              <a:rPr b="0" sz="1200">
                <a:solidFill>
                  <a:srgbClr val="3A2C52"/>
                </a:solidFill>
                <a:latin typeface="Arial"/>
              </a:rPr>
              <a:t>[Add your YouTube / Drive link after upload]</a:t>
            </a:r>
          </a:p>
          <a:p>
            <a:r>
              <a:rPr sz="600"/>
              <a:t> 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5B21B6"/>
                </a:solidFill>
                <a:latin typeface="Arial"/>
              </a:rPr>
              <a:t>Final Product Link</a:t>
            </a:r>
          </a:p>
          <a:p>
            <a:pPr>
              <a:spcAft>
                <a:spcPts val="200"/>
              </a:spcAft>
            </a:pPr>
            <a:r>
              <a:rPr b="0" sz="1200">
                <a:solidFill>
                  <a:srgbClr val="160B24"/>
                </a:solidFill>
                <a:latin typeface="Arial"/>
              </a:rPr>
              <a:t>https://golden-frame-216812516383.asia-south1.run.app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